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7" r:id="rId4"/>
  </p:sldMasterIdLst>
  <p:notesMasterIdLst>
    <p:notesMasterId r:id="rId13"/>
  </p:notesMasterIdLst>
  <p:handoutMasterIdLst>
    <p:handoutMasterId r:id="rId14"/>
  </p:handoutMasterIdLst>
  <p:sldIdLst>
    <p:sldId id="268" r:id="rId5"/>
    <p:sldId id="261" r:id="rId6"/>
    <p:sldId id="275" r:id="rId7"/>
    <p:sldId id="271" r:id="rId8"/>
    <p:sldId id="272" r:id="rId9"/>
    <p:sldId id="273" r:id="rId10"/>
    <p:sldId id="274" r:id="rId11"/>
    <p:sldId id="27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35" autoAdjust="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8" d="100"/>
          <a:sy n="68" d="100"/>
        </p:scale>
        <p:origin x="3288" y="32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0BB816-636F-4C40-9EC7-A3BA365B89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E0D02-F780-4697-9A30-3F10F4D67C8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99885C-64C6-4202-8B65-38170DBD673D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C7536-00AB-4C14-90D3-7D88603F2A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BC111-E561-48D6-9DB3-85F8BE552B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AA4D1-BF1D-4260-B442-EBD7859EC5F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146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49326-15A5-4041-B3F6-1CB1FE840753}" type="datetimeFigureOut">
              <a:rPr lang="en-US" smtClean="0"/>
              <a:t>9/15/2025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D39BA2-F127-4DB1-B8FD-D5A70CC3E01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40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549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83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AC64-812B-FE05-82B2-9F9DC60C3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31529A-5D7F-8352-B254-41B095FD9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7AF0E2-E9EB-A09F-7926-8781B90646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2108F-E50A-324F-4679-5C8EAD974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92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B0488-E71D-1EA0-2B22-5EFE6C5AA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568D1-9E53-A508-97E6-30BC0914C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E232C-0C3A-0D54-19E4-204940216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2E950-3B3B-8ECC-9745-C3C1D5280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835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809D6-4983-3A7A-EB82-4470D254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A26A01-96AA-C148-C3D3-8320D49D5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522EC-7E3F-304B-E639-75B9F0F59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3F801-F3D5-1F12-82F0-C8A98E47C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33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7975F-E6FD-73B0-D0F8-70710CBD5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F734C5-BA00-BAEC-2724-BA9FEEE8B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3505B-CB87-BEC1-EC04-52F414BBE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A0F77-BFC0-2FB7-5E38-670933940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391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73C0A-9AF9-7885-5339-89828C19F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1595B-F77E-9BE1-EBD2-4E8B9DBB30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369E0F-9374-AD25-B23D-154199A37A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F8F79-46A9-650A-D628-7F41AB4C8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39BA2-F127-4DB1-B8FD-D5A70CC3E01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43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75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31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90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651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2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232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293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06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3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9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96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375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40453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3803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21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130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/>
            </a:gs>
            <a:gs pos="71000">
              <a:schemeClr val="accent3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0"/>
            <a:ext cx="2356674" cy="6853283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11" name="Freeform 27"/>
            <p:cNvSpPr/>
            <p:nvPr/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52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3F2CC0B-D5F1-40B8-9CC6-4A36850B66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light spots">
            <a:extLst>
              <a:ext uri="{FF2B5EF4-FFF2-40B4-BE49-F238E27FC236}">
                <a16:creationId xmlns:a16="http://schemas.microsoft.com/office/drawing/2014/main" id="{1A23FE0C-9A67-334E-9B7F-83AA9CF636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330" y="-80846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66081D-517B-5D43-A7B4-E67DDEDC0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7384" y="3509851"/>
            <a:ext cx="13178163" cy="2262781"/>
          </a:xfrm>
        </p:spPr>
        <p:txBody>
          <a:bodyPr>
            <a:noAutofit/>
          </a:bodyPr>
          <a:lstStyle/>
          <a:p>
            <a:r>
              <a:rPr lang="en-IN" sz="2000" b="1" dirty="0"/>
              <a:t>COLLEGE CODE 								: 9111 </a:t>
            </a:r>
            <a:br>
              <a:rPr lang="en-IN" sz="2000" dirty="0"/>
            </a:br>
            <a:r>
              <a:rPr lang="en-IN" sz="2000" b="1" dirty="0"/>
              <a:t>COLLEGE NAME 								: SRM Madurai college for engineering </a:t>
            </a:r>
            <a:br>
              <a:rPr lang="en-IN" sz="2000" dirty="0"/>
            </a:br>
            <a:r>
              <a:rPr lang="en-IN" sz="2000" dirty="0"/>
              <a:t>   													</a:t>
            </a:r>
            <a:r>
              <a:rPr lang="en-IN" sz="2000" b="1" dirty="0"/>
              <a:t>and technology </a:t>
            </a:r>
            <a:br>
              <a:rPr lang="en-IN" sz="2000" dirty="0"/>
            </a:br>
            <a:r>
              <a:rPr lang="en-IN" sz="2000" b="1" dirty="0"/>
              <a:t>DEPARTMENT      								: BTech Information Technology </a:t>
            </a:r>
            <a:br>
              <a:rPr lang="en-IN" sz="2000" dirty="0"/>
            </a:br>
            <a:r>
              <a:rPr lang="en-IN" sz="2000" b="1" dirty="0"/>
              <a:t>STUDENT NM-ID  								: 045E15D08F0097B8E884C84C42879D6C </a:t>
            </a:r>
            <a:br>
              <a:rPr lang="en-IN" sz="2000" dirty="0"/>
            </a:br>
            <a:r>
              <a:rPr lang="en-IN" sz="2000" b="1" dirty="0"/>
              <a:t>ROLL NO    				 						: 23IT22 </a:t>
            </a:r>
            <a:br>
              <a:rPr lang="en-IN" sz="2000" dirty="0"/>
            </a:br>
            <a:r>
              <a:rPr lang="en-IN" sz="2000" b="1" dirty="0"/>
              <a:t>DATE 				 							: 15/09/2025 </a:t>
            </a:r>
            <a:br>
              <a:rPr lang="en-IN" sz="2000" dirty="0"/>
            </a:br>
            <a:r>
              <a:rPr lang="en-IN" sz="2000" b="1" dirty="0"/>
              <a:t>Completed the project named as Phase        : 2 </a:t>
            </a:r>
            <a:br>
              <a:rPr lang="en-IN" sz="2000" dirty="0"/>
            </a:br>
            <a:r>
              <a:rPr lang="en-IN" sz="2000" b="1" dirty="0"/>
              <a:t>TECHNOLOGY PROJECT NAME 				: Interactive Form Validation </a:t>
            </a:r>
            <a:br>
              <a:rPr lang="en-IN" sz="2000" dirty="0"/>
            </a:br>
            <a:r>
              <a:rPr lang="en-IN" sz="2000" b="1" dirty="0"/>
              <a:t>SUBMITTED BY, Kiruthika Arul Jothi Esra P </a:t>
            </a:r>
            <a:br>
              <a:rPr lang="en-IN" sz="2000" dirty="0"/>
            </a:br>
            <a:r>
              <a:rPr lang="en-IN" sz="2000" b="1" dirty="0"/>
              <a:t>MOBILE NO 									: 9962325016</a:t>
            </a:r>
            <a:endParaRPr lang="en-US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31C6CE6-1810-44ED-A6D7-3FF53040AE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1F6D8BFE-D0D0-4BAE-9D5A-701DE7D3CE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F86D30-CEDB-4D96-AF73-AA3CD5A43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F5187540-C4C8-410C-A395-69FCB1C86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75BD6E4A-797C-451B-B08F-D99C1A9D1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0D241082-BAFA-462E-827B-5814B020F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2920CCBD-116D-450B-9608-99F05F7D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A57CD3DE-CEAF-4BD4-A5EF-24B3E622BB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4EC3258C-366B-4629-A7D3-5173D3637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D444D63A-CE2B-4ACD-BA0E-4ADECAD86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A504DF6-187A-4A54-96E8-3F3F28AAA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FE04C6F5-6DC5-4C7E-9278-9BE624FC78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94A02D9B-E6A9-4D6A-9D2A-D81C768024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78034A6-3565-46AA-9E73-1C954666A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04947AA2-A772-42CB-9CEC-065095D3D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83C52D84-DEC1-4E16-972E-8EEA5D522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2036A28D-EF09-41F7-906F-CF4053615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EE8D92C7-C907-4120-95E3-80E3DC85B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BBCEAAB8-CD22-41D7-B330-702682A27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6BBC1FEE-3D72-492B-8D8A-BE1A5507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C28C6E5C-C393-435C-96A1-AA2859BDCB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2C2C991F-AC51-4DF5-B8DD-19B08C1CB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9C916B5F-285D-4F5A-9085-6781753AF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0375DD5F-9D17-4873-B697-3D44A5EBEC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A159BBC7-6A8B-4612-94A8-56323452C7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177C901C-F8DE-4C99-95C8-F8CA1B84F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D1D655F2-6D15-4265-ADEE-EF0075C13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Freeform 69">
            <a:extLst>
              <a:ext uri="{FF2B5EF4-FFF2-40B4-BE49-F238E27FC236}">
                <a16:creationId xmlns:a16="http://schemas.microsoft.com/office/drawing/2014/main" id="{3248A930-1A6E-4EFB-8213-D1AC735BE0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11441C-3B1F-E37C-C771-BC19677317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9438" y="2868119"/>
            <a:ext cx="8913124" cy="1121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D9AA6F-1B6E-41B5-B2AA-20AB8BD4D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1472" y="560777"/>
            <a:ext cx="1952625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F647F0-F672-BA16-B190-1D7F64CD8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326" y="536181"/>
            <a:ext cx="180022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941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9D17E3F-9160-4D16-8F1D-F8FE94E2A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13" name="Picture 12" descr="light spots">
            <a:extLst>
              <a:ext uri="{FF2B5EF4-FFF2-40B4-BE49-F238E27FC236}">
                <a16:creationId xmlns:a16="http://schemas.microsoft.com/office/drawing/2014/main" id="{91359E98-53EA-154C-9838-95AAA23C9E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F6D5E8-15CF-4755-910B-1B5A1E77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Selection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3DBB853-C277-42C7-80D0-110A8842E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D2CA353-4AC3-432A-8704-A618563EEC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12">
              <a:extLst>
                <a:ext uri="{FF2B5EF4-FFF2-40B4-BE49-F238E27FC236}">
                  <a16:creationId xmlns:a16="http://schemas.microsoft.com/office/drawing/2014/main" id="{71685CFF-C2D8-4119-9CDA-504914853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3">
              <a:extLst>
                <a:ext uri="{FF2B5EF4-FFF2-40B4-BE49-F238E27FC236}">
                  <a16:creationId xmlns:a16="http://schemas.microsoft.com/office/drawing/2014/main" id="{119C20C9-05B5-4384-9F4E-B4B8FA299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4">
              <a:extLst>
                <a:ext uri="{FF2B5EF4-FFF2-40B4-BE49-F238E27FC236}">
                  <a16:creationId xmlns:a16="http://schemas.microsoft.com/office/drawing/2014/main" id="{F78ACAA7-E69F-43D4-919F-59DCA6482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5">
              <a:extLst>
                <a:ext uri="{FF2B5EF4-FFF2-40B4-BE49-F238E27FC236}">
                  <a16:creationId xmlns:a16="http://schemas.microsoft.com/office/drawing/2014/main" id="{96704AC3-E553-4428-AD42-796DD344A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6">
              <a:extLst>
                <a:ext uri="{FF2B5EF4-FFF2-40B4-BE49-F238E27FC236}">
                  <a16:creationId xmlns:a16="http://schemas.microsoft.com/office/drawing/2014/main" id="{3144CE2D-2D9E-4E16-92AA-F685E4549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7">
              <a:extLst>
                <a:ext uri="{FF2B5EF4-FFF2-40B4-BE49-F238E27FC236}">
                  <a16:creationId xmlns:a16="http://schemas.microsoft.com/office/drawing/2014/main" id="{CD4C0C99-C139-4838-92A2-2C05514812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6D356AA9-ECE0-4E40-A277-44AC6EF765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9">
              <a:extLst>
                <a:ext uri="{FF2B5EF4-FFF2-40B4-BE49-F238E27FC236}">
                  <a16:creationId xmlns:a16="http://schemas.microsoft.com/office/drawing/2014/main" id="{5A9C3CFE-942C-43DB-9652-8B264755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20">
              <a:extLst>
                <a:ext uri="{FF2B5EF4-FFF2-40B4-BE49-F238E27FC236}">
                  <a16:creationId xmlns:a16="http://schemas.microsoft.com/office/drawing/2014/main" id="{F3DDB2C0-7B2C-4BA5-8ECA-46327467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1">
              <a:extLst>
                <a:ext uri="{FF2B5EF4-FFF2-40B4-BE49-F238E27FC236}">
                  <a16:creationId xmlns:a16="http://schemas.microsoft.com/office/drawing/2014/main" id="{CCB346B3-FD72-422B-9688-F54E77399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2">
              <a:extLst>
                <a:ext uri="{FF2B5EF4-FFF2-40B4-BE49-F238E27FC236}">
                  <a16:creationId xmlns:a16="http://schemas.microsoft.com/office/drawing/2014/main" id="{A5E738B1-537A-48F5-B99B-72BF4EA8B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5CAAAF8-C872-447C-BCD0-F5CD3016C5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30"/>
            <a:ext cx="2356675" cy="6853284"/>
            <a:chOff x="6627813" y="195452"/>
            <a:chExt cx="1952625" cy="5678299"/>
          </a:xfrm>
          <a:solidFill>
            <a:schemeClr val="accent1"/>
          </a:solidFill>
        </p:grpSpPr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3CD192F9-4898-4362-B1A2-3DDAA5461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45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25658BAB-0A60-4CAE-B735-5297A284A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B176DB7C-2C45-4E08-956B-5D2E339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671B014E-7E67-4978-A9AB-7C6E2F99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193156F8-3B15-4064-8C4B-F21ED4F37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96B721A4-876F-43D1-B231-585A55B38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3D9AB238-BB7F-4D15-83B0-BD6CA92CC7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85F91E03-6B79-4561-AADA-9D9EE5194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A2B05A7B-02BB-4384-AB3F-6300769C06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>
              <a:extLst>
                <a:ext uri="{FF2B5EF4-FFF2-40B4-BE49-F238E27FC236}">
                  <a16:creationId xmlns:a16="http://schemas.microsoft.com/office/drawing/2014/main" id="{10C0CEA7-547A-4AB3-99B0-971B1E98A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>
              <a:extLst>
                <a:ext uri="{FF2B5EF4-FFF2-40B4-BE49-F238E27FC236}">
                  <a16:creationId xmlns:a16="http://schemas.microsoft.com/office/drawing/2014/main" id="{643A7C23-A309-4BDC-AC90-7E150B0A7A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>
              <a:extLst>
                <a:ext uri="{FF2B5EF4-FFF2-40B4-BE49-F238E27FC236}">
                  <a16:creationId xmlns:a16="http://schemas.microsoft.com/office/drawing/2014/main" id="{CDFCEA60-6323-4E47-A467-83E3D32C0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42D62A3B-08B7-4F45-B0BC-A23B2CC9C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5" name="Freeform 11">
            <a:extLst>
              <a:ext uri="{FF2B5EF4-FFF2-40B4-BE49-F238E27FC236}">
                <a16:creationId xmlns:a16="http://schemas.microsoft.com/office/drawing/2014/main" id="{7527CAFC-17AC-48FE-AB33-811D38361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6764A2C-3FBC-3E67-0B87-5C87229BB5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8812" y="2520539"/>
            <a:ext cx="959743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 (React.js for dynamic UI)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(if used):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Express.js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(if required):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MongoDB / MySQL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 Tools: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Regex,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Formik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/Yup (for React)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Other: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REST API / Axios for API calls</a:t>
            </a:r>
          </a:p>
        </p:txBody>
      </p:sp>
    </p:spTree>
    <p:extLst>
      <p:ext uri="{BB962C8B-B14F-4D97-AF65-F5344CB8AC3E}">
        <p14:creationId xmlns:p14="http://schemas.microsoft.com/office/powerpoint/2010/main" val="143655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0B090-055A-80E1-D1FB-2CE5BAB32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ight spots">
            <a:extLst>
              <a:ext uri="{FF2B5EF4-FFF2-40B4-BE49-F238E27FC236}">
                <a16:creationId xmlns:a16="http://schemas.microsoft.com/office/drawing/2014/main" id="{CC19FD05-80D3-19E5-CA77-BE43D47A887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6F5D96-D61C-A93D-BFD1-D97E30789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886" y="475743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110299C-305D-1A22-4111-9B80559E1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47174" y="1740947"/>
            <a:ext cx="6505307" cy="4939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Header: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Title / Form Title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Section: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fields (Name, Email, Phone, Password)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Inline error messages + validation icons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Section: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Valid input confirmation</a:t>
            </a: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❌ Invalid input with guidance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Section: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(disabled until all validations pass)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01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D4009-8682-CC3B-5AA3-7B830F02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ight spots">
            <a:extLst>
              <a:ext uri="{FF2B5EF4-FFF2-40B4-BE49-F238E27FC236}">
                <a16:creationId xmlns:a16="http://schemas.microsoft.com/office/drawing/2014/main" id="{11A9669A-049F-3633-D5F9-320FDEDF66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5DFB4C-DCC6-0E9B-A4E7-07E956D7D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9648" y="686742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Schema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683AA44-708A-8AAD-3C43-8B5DF47B11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1944919"/>
            <a:ext cx="772121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JSON Schema for Validation Response: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{ "field": "email",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"status": "invalid",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"message": "Email format is incorrect"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Endpoints: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/validate/email → Checks email format &amp; uniqueness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/validate/phone → Verifies phone number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/validate/password → Checks password strength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/submit/form → Submits validated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897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48A89-6733-DBAA-D37E-75609D620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ight spots">
            <a:extLst>
              <a:ext uri="{FF2B5EF4-FFF2-40B4-BE49-F238E27FC236}">
                <a16:creationId xmlns:a16="http://schemas.microsoft.com/office/drawing/2014/main" id="{D4BFB726-0D07-6CFF-165D-891F68EA67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AD97DA-3C49-89AD-0B86-F9FBEC468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 Approach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9F927F-13E3-2186-0143-E96ED18E9A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1760254"/>
            <a:ext cx="759534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validation using JavaScript/React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Error messages stored in state (e.g., React hooks)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validates inputs &amp; returns structured JSON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only clean/validated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form submissions (only after passing all validations)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733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2A27-F00E-3D53-4FD7-C290688EB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ight spots">
            <a:extLst>
              <a:ext uri="{FF2B5EF4-FFF2-40B4-BE49-F238E27FC236}">
                <a16:creationId xmlns:a16="http://schemas.microsoft.com/office/drawing/2014/main" id="{3561412D-7819-B129-DB6D-613F3411F76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49E415-EB96-8EBF-6B92-F8978B3E3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Component/Module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886E49-F1CC-359D-DAB1-2FFE2B965E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89212" y="1944919"/>
            <a:ext cx="706860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UI Components: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FormContainer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InputField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(Name, Email, Phone, Password)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ValidationMessage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SubmitButton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Validation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regex, input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API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format &amp; uniqueness checks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saves validated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2610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38C15-8960-49D2-F504-F84D9C83D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light spots">
            <a:extLst>
              <a:ext uri="{FF2B5EF4-FFF2-40B4-BE49-F238E27FC236}">
                <a16:creationId xmlns:a16="http://schemas.microsoft.com/office/drawing/2014/main" id="{59A823E9-0CA1-84C3-AB87-3FEE3F8C76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1D4582-C9F5-BEB4-2AD3-1B08727A5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Flow Diagram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251A50-83FD-9F4A-2E30-534993427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Flow: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enters data in form fields.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validates input → shows ✅ / ❌ instantly.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valid → Send request to backend API.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re-checks &amp; returns JSON response.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all fields passing → Enable Submit button.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submitted &amp; stored in DB.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8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0365B-AF93-9EA2-D9A1-B54DDCAF0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1225" y="2271252"/>
            <a:ext cx="8915400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/>
              <a:t>THANK YOU!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69761805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C333A"/>
      </a:dk2>
      <a:lt2>
        <a:srgbClr val="D6ECED"/>
      </a:lt2>
      <a:accent1>
        <a:srgbClr val="DE32DE"/>
      </a:accent1>
      <a:accent2>
        <a:srgbClr val="F42B8A"/>
      </a:accent2>
      <a:accent3>
        <a:srgbClr val="349FE7"/>
      </a:accent3>
      <a:accent4>
        <a:srgbClr val="565FF8"/>
      </a:accent4>
      <a:accent5>
        <a:srgbClr val="876BE7"/>
      </a:accent5>
      <a:accent6>
        <a:srgbClr val="F268C2"/>
      </a:accent6>
      <a:hlink>
        <a:srgbClr val="F55CF9"/>
      </a:hlink>
      <a:folHlink>
        <a:srgbClr val="E8A0EE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93813dd7ca6ad654711aa0ab317e03a3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f11dc0ce689dd3925e84e4e35398c6e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2C7EEC-86F6-4CA7-805C-CB656E6A63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6C8EDA9-70CE-4A62-99FE-71B395D1BB0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8664C2C-082A-4164-A0C5-E616AB2AD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Event design</Template>
  <TotalTime>25</TotalTime>
  <Words>495</Words>
  <Application>Microsoft Office PowerPoint</Application>
  <PresentationFormat>Widescreen</PresentationFormat>
  <Paragraphs>67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COLLEGE CODE         : 9111  COLLEGE NAME         : SRM Madurai college for engineering                  and technology  DEPARTMENT              : BTech Information Technology  STUDENT NM-ID          : 045E15D08F0097B8E884C84C42879D6C  ROLL NO               : 23IT22  DATE             : 15/09/2025  Completed the project named as Phase        : 2  TECHNOLOGY PROJECT NAME     : Interactive Form Validation  SUBMITTED BY, Kiruthika Arul Jothi Esra P  MOBILE NO          : 9962325016</vt:lpstr>
      <vt:lpstr>Tech Stack Selection</vt:lpstr>
      <vt:lpstr>UI Structure</vt:lpstr>
      <vt:lpstr>API Schema Design</vt:lpstr>
      <vt:lpstr>Data Handling Approach</vt:lpstr>
      <vt:lpstr>Component/Module Diagram</vt:lpstr>
      <vt:lpstr>Basic Flow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Kiruthika p</dc:creator>
  <cp:lastModifiedBy>Kiruthika p</cp:lastModifiedBy>
  <cp:revision>3</cp:revision>
  <dcterms:created xsi:type="dcterms:W3CDTF">2025-09-15T15:26:13Z</dcterms:created>
  <dcterms:modified xsi:type="dcterms:W3CDTF">2025-09-15T15:53:02Z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