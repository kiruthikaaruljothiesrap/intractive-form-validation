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0431C92-E786-4F4B-3B38-DA51325BB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5977" y="1191077"/>
            <a:ext cx="7420045" cy="4022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2006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         	               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COLLEGE CODE</a:t>
            </a:r>
            <a:r>
              <a:rPr lang="en-US" alt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: 9111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COLLEGE NAME                                         : SRM Madurai college for engineering                        	and technology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DEPARTMENT                                              : BTech Information Technology</a:t>
            </a:r>
          </a:p>
          <a:p>
            <a:pPr lvl="0" defTabSz="914400">
              <a:lnSpc>
                <a:spcPct val="150000"/>
              </a:lnSpc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STUDENT NM-ID                                          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au911123IT22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 NO                                                         : 23IT22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                                                     : 15/09/2025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Completed the project named as Phase: 1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 PROJECT NAME            : Interactive Form Validation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SUBMITTED BY, Kiruthika Arul Jothi Esra P                                   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0065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 NO                                              : 9962325016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D7386A1-2679-950B-2231-8BCE1016D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-1219200"/>
            <a:ext cx="180022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02501A9F-A16B-E379-F52F-6E5EB2B3B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0" y="-1219200"/>
            <a:ext cx="195262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AFE8173E-C114-523E-9FEF-3F7B59C2E689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739652" y="385262"/>
            <a:ext cx="1804670" cy="1028700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54F2E7A5-7C9C-5E19-3E19-7CF78D400FB8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9681464" y="385262"/>
            <a:ext cx="1951355" cy="80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1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E102-241F-DB7D-0D07-1FC6649C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4239-1FDA-BC3D-7D42-291A492AD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web forms lack </a:t>
            </a:r>
            <a:r>
              <a:rPr lang="en-US" b="1" dirty="0"/>
              <a:t>real-time validation</a:t>
            </a:r>
            <a:r>
              <a:rPr lang="en-US" dirty="0"/>
              <a:t>.</a:t>
            </a:r>
          </a:p>
          <a:p>
            <a:r>
              <a:rPr lang="en-US" dirty="0"/>
              <a:t>Errors are shown </a:t>
            </a:r>
            <a:r>
              <a:rPr lang="en-US" b="1" dirty="0"/>
              <a:t>only after submission</a:t>
            </a:r>
            <a:r>
              <a:rPr lang="en-US" dirty="0"/>
              <a:t> → user frustration.</a:t>
            </a:r>
          </a:p>
          <a:p>
            <a:r>
              <a:rPr lang="en-US" dirty="0"/>
              <a:t>Leads to </a:t>
            </a:r>
            <a:r>
              <a:rPr lang="en-US" b="1" dirty="0"/>
              <a:t>incorrect data entry</a:t>
            </a:r>
            <a:r>
              <a:rPr lang="en-US" dirty="0"/>
              <a:t> and </a:t>
            </a:r>
            <a:r>
              <a:rPr lang="en-US" b="1" dirty="0"/>
              <a:t>form abandonment</a:t>
            </a:r>
            <a:r>
              <a:rPr lang="en-US" dirty="0"/>
              <a:t>.</a:t>
            </a:r>
          </a:p>
          <a:p>
            <a:r>
              <a:rPr lang="en-US" dirty="0"/>
              <a:t>Need: </a:t>
            </a:r>
            <a:r>
              <a:rPr lang="en-US" b="1" dirty="0"/>
              <a:t>Interactive validation system</a:t>
            </a:r>
            <a:r>
              <a:rPr lang="en-US" dirty="0"/>
              <a:t> for better user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282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29A1-7E44-7091-4CD2-80AF934C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Users &amp;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B61AA-6F8A-94E5-EC7C-7B03C1C96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Users:</a:t>
            </a:r>
            <a:endParaRPr lang="en-US" dirty="0"/>
          </a:p>
          <a:p>
            <a:r>
              <a:rPr lang="en-US" dirty="0"/>
              <a:t>Students, Employees, Customers filling forms.</a:t>
            </a:r>
          </a:p>
          <a:p>
            <a:r>
              <a:rPr lang="en-US" dirty="0"/>
              <a:t>Want instant feedback &amp; error-free submission.</a:t>
            </a:r>
          </a:p>
          <a:p>
            <a:r>
              <a:rPr lang="en-US" b="1" dirty="0"/>
              <a:t>Stakeholders:</a:t>
            </a:r>
            <a:endParaRPr lang="en-US" dirty="0"/>
          </a:p>
          <a:p>
            <a:r>
              <a:rPr lang="en-US" dirty="0"/>
              <a:t>Developers – implement validation logic.</a:t>
            </a:r>
          </a:p>
          <a:p>
            <a:r>
              <a:rPr lang="en-US" dirty="0"/>
              <a:t>Organizations – need accurate data.</a:t>
            </a:r>
          </a:p>
          <a:p>
            <a:r>
              <a:rPr lang="en-US" dirty="0"/>
              <a:t>Business Owners – ensure smooth user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38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CA9C-4B7D-55D9-26B7-2BC42C2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E0792-54DE-A3C8-2908-4BCB03094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6781" y="3127203"/>
            <a:ext cx="9601196" cy="3318936"/>
          </a:xfrm>
        </p:spPr>
        <p:txBody>
          <a:bodyPr/>
          <a:lstStyle/>
          <a:p>
            <a:r>
              <a:rPr lang="en-US" dirty="0"/>
              <a:t>As a </a:t>
            </a:r>
            <a:r>
              <a:rPr lang="en-US" b="1" dirty="0"/>
              <a:t>user</a:t>
            </a:r>
            <a:r>
              <a:rPr lang="en-US" dirty="0"/>
              <a:t>, I want instant feedback on wrong inputs.</a:t>
            </a:r>
          </a:p>
          <a:p>
            <a:r>
              <a:rPr lang="en-US" dirty="0"/>
              <a:t>As a </a:t>
            </a:r>
            <a:r>
              <a:rPr lang="en-US" b="1" dirty="0"/>
              <a:t>user</a:t>
            </a:r>
            <a:r>
              <a:rPr lang="en-US" dirty="0"/>
              <a:t>, I want clear error messages (e.g., “Invalid Email”).</a:t>
            </a:r>
          </a:p>
          <a:p>
            <a:r>
              <a:rPr lang="en-US" dirty="0"/>
              <a:t>As an </a:t>
            </a:r>
            <a:r>
              <a:rPr lang="en-US" b="1" dirty="0"/>
              <a:t>admin</a:t>
            </a:r>
            <a:r>
              <a:rPr lang="en-US" dirty="0"/>
              <a:t>, I want only </a:t>
            </a:r>
            <a:r>
              <a:rPr lang="en-US" b="1" dirty="0"/>
              <a:t>clean data stored</a:t>
            </a:r>
            <a:r>
              <a:rPr lang="en-US" dirty="0"/>
              <a:t> in the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51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2B6F-41E7-B70A-E06A-443C7B38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MVP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0B1CE-8814-1E09-6D14-3502C8154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✅ Real-time field validation (email, phone, password).</a:t>
            </a:r>
          </a:p>
          <a:p>
            <a:r>
              <a:rPr lang="en-IN" dirty="0"/>
              <a:t>✅ Instant error messages (red text, icons).</a:t>
            </a:r>
          </a:p>
          <a:p>
            <a:r>
              <a:rPr lang="en-IN" dirty="0"/>
              <a:t>✅ Input constraints (mandatory fields, limits).</a:t>
            </a:r>
          </a:p>
          <a:p>
            <a:r>
              <a:rPr lang="en-IN" dirty="0"/>
              <a:t>✅ Success indicators (green ticks).</a:t>
            </a:r>
          </a:p>
          <a:p>
            <a:r>
              <a:rPr lang="en-IN" dirty="0"/>
              <a:t>✅ Basic accessibility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894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C4D2-6DD7-2723-C92D-73A39D5D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Wireframe &amp; API Endpoints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714CBC8-A167-CCEE-4173-9581C3A79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65207" y="2846777"/>
            <a:ext cx="584967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Fields: Name, Email, Phone, Password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Green tick for valid inputs, ❌ Red cross for invalid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messages below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 button disabled until validation passes</a:t>
            </a:r>
          </a:p>
        </p:txBody>
      </p:sp>
    </p:spTree>
    <p:extLst>
      <p:ext uri="{BB962C8B-B14F-4D97-AF65-F5344CB8AC3E}">
        <p14:creationId xmlns:p14="http://schemas.microsoft.com/office/powerpoint/2010/main" val="268367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6E1B-01D5-3562-CEBB-42AF328DC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Acceptance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6792D-C5AA-BD0C-4935-CB5560849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Validation feedback appears </a:t>
            </a:r>
            <a:r>
              <a:rPr lang="en-US" b="1" dirty="0"/>
              <a:t>before submission</a:t>
            </a:r>
            <a:r>
              <a:rPr lang="en-US" dirty="0"/>
              <a:t>.</a:t>
            </a:r>
          </a:p>
          <a:p>
            <a:r>
              <a:rPr lang="en-US" dirty="0"/>
              <a:t>All </a:t>
            </a:r>
            <a:r>
              <a:rPr lang="en-US" b="1" dirty="0"/>
              <a:t>mandatory fields must be correct</a:t>
            </a:r>
            <a:r>
              <a:rPr lang="en-US" dirty="0"/>
              <a:t>.</a:t>
            </a:r>
          </a:p>
          <a:p>
            <a:r>
              <a:rPr lang="en-US" dirty="0"/>
              <a:t>Error messages are </a:t>
            </a:r>
            <a:r>
              <a:rPr lang="en-US" b="1" dirty="0"/>
              <a:t>clear &amp; user-friendly</a:t>
            </a:r>
            <a:r>
              <a:rPr lang="en-US" dirty="0"/>
              <a:t>.</a:t>
            </a:r>
          </a:p>
          <a:p>
            <a:r>
              <a:rPr lang="en-US" dirty="0"/>
              <a:t>Form submission allowed </a:t>
            </a:r>
            <a:r>
              <a:rPr lang="en-US" b="1" dirty="0"/>
              <a:t>only after all fields pass</a:t>
            </a:r>
            <a:r>
              <a:rPr lang="en-US" dirty="0"/>
              <a:t>.</a:t>
            </a:r>
          </a:p>
          <a:p>
            <a:r>
              <a:rPr lang="en-US" dirty="0"/>
              <a:t>Works on both </a:t>
            </a:r>
            <a:r>
              <a:rPr lang="en-US" b="1" dirty="0"/>
              <a:t>desktop &amp; mobile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07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011547-C65C-D142-F85B-0A74DEA879FC}"/>
              </a:ext>
            </a:extLst>
          </p:cNvPr>
          <p:cNvSpPr txBox="1"/>
          <p:nvPr/>
        </p:nvSpPr>
        <p:spPr>
          <a:xfrm>
            <a:off x="2241755" y="2989006"/>
            <a:ext cx="84655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THANK YOU!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7841301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</TotalTime>
  <Words>310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Garamond</vt:lpstr>
      <vt:lpstr>Times New Roman</vt:lpstr>
      <vt:lpstr>Organic</vt:lpstr>
      <vt:lpstr>PowerPoint Presentation</vt:lpstr>
      <vt:lpstr>Problem Statement</vt:lpstr>
      <vt:lpstr>Users &amp; Stakeholders</vt:lpstr>
      <vt:lpstr>User Stories</vt:lpstr>
      <vt:lpstr>MVP Features</vt:lpstr>
      <vt:lpstr>Wireframe &amp; API Endpoints</vt:lpstr>
      <vt:lpstr>Acceptance Criteria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Kiruthika p</dc:creator>
  <cp:lastModifiedBy>Kiruthika p</cp:lastModifiedBy>
  <cp:revision>1</cp:revision>
  <dcterms:created xsi:type="dcterms:W3CDTF">2025-09-15T14:35:59Z</dcterms:created>
  <dcterms:modified xsi:type="dcterms:W3CDTF">2025-09-15T15:08:34Z</dcterms:modified>
</cp:coreProperties>
</file>